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457200"/>
            <a:ext cx="5029200" cy="5029200"/>
          </a:xfrm>
          <a:prstGeom prst="ellipse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051560" cy="347472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76656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4253F"/>
                </a:solidFill>
                <a:latin typeface="Arial"/>
              </a:rPr>
              <a:t>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7498079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AI 教程教案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94560"/>
            <a:ext cx="81381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F7F2EA"/>
                </a:solidFill>
                <a:latin typeface="Microsoft YaHei"/>
              </a:rPr>
              <a:t>用 `pptx` 技能做一份能讲、能改、能复用的培训演示稿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83480"/>
            <a:ext cx="33832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5093208"/>
            <a:ext cx="3200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适用对象：零基础或轻度接触过 AI 的职场人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983480"/>
            <a:ext cx="33832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5093208"/>
            <a:ext cx="3200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课时建议：30 到 40 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983480"/>
            <a:ext cx="33832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5093208"/>
            <a:ext cx="3200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本课重点：AI 入门认知 + Skills 介绍 + 提问模板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97880"/>
            <a:ext cx="43891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F7F2EA"/>
                </a:solidFill>
                <a:latin typeface="Microsoft YaHei"/>
              </a:rPr>
              <a:t>输出示例：这份 PPT 本身即为 skills 生成教案范例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这节课的目标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让听众在一节课内把 AI、Skills 和落地用法串起来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64592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03520" cy="7315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63624"/>
            <a:ext cx="504748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认知归位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92808"/>
            <a:ext cx="5047488" cy="10789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分清公司、模型、产品、Skill、Agent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不再把名字混在一起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03520" cy="1645920"/>
          </a:xfrm>
          <a:prstGeom prst="roundRect">
            <a:avLst/>
          </a:prstGeom>
          <a:solidFill>
            <a:srgbClr val="F7F2EA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03520" cy="73152"/>
          </a:xfrm>
          <a:prstGeom prst="rect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563624"/>
            <a:ext cx="504748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场景入门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1892808"/>
            <a:ext cx="5047488" cy="10789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先抓住问答、写作、办公整理 3 类高频任务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避免一上来追求复杂自动化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03520" cy="164592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5303520" cy="73152"/>
          </a:xfrm>
          <a:prstGeom prst="rect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575304"/>
            <a:ext cx="504748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认识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904488"/>
            <a:ext cx="5047488" cy="10789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知道为什么 Skill 能让 AI 更稳定地产出文件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理解办公四件套和组合用法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2900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429000"/>
            <a:ext cx="5303520" cy="73152"/>
          </a:xfrm>
          <a:prstGeom prst="rect">
            <a:avLst/>
          </a:prstGeom>
          <a:solidFill>
            <a:srgbClr val="A0B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575304"/>
            <a:ext cx="504748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马上能练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904488"/>
            <a:ext cx="5047488" cy="10789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带走一个 4 步提问模板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回去就能拿真实任务测试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讲师提示：这一页先帮听众降压，强调不是开发课，而是帮大家建立一套更清晰的使用框架。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先建立一个最重要的认知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不是所有 AI 名字都在同一层；名字归位，后面才不容易混乱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828800" cy="1874519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1609344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OpenAI / Google / Anthropic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944368"/>
            <a:ext cx="411480" cy="0"/>
          </a:xfrm>
          <a:prstGeom prst="line">
            <a:avLst/>
          </a:prstGeom>
          <a:ln w="3175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011680"/>
            <a:ext cx="1828800" cy="1874519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21284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Microsoft YaHei"/>
              </a:rPr>
              <a:t>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651760"/>
            <a:ext cx="1609344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14253F"/>
                </a:solidFill>
                <a:latin typeface="Microsoft YaHei"/>
              </a:rPr>
              <a:t>GPT / Gemini / Claude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2944368"/>
            <a:ext cx="411480" cy="0"/>
          </a:xfrm>
          <a:prstGeom prst="line">
            <a:avLst/>
          </a:prstGeom>
          <a:ln w="3175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2011680"/>
            <a:ext cx="1828800" cy="1874519"/>
          </a:xfrm>
          <a:prstGeom prst="roundRect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21284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651760"/>
            <a:ext cx="1609344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ChatGPT / Gemini App / Claude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2944368"/>
            <a:ext cx="411480" cy="0"/>
          </a:xfrm>
          <a:prstGeom prst="line">
            <a:avLst/>
          </a:prstGeom>
          <a:ln w="3175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2011680"/>
            <a:ext cx="1828800" cy="1874519"/>
          </a:xfrm>
          <a:prstGeom prst="roundRect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21284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651760"/>
            <a:ext cx="1609344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pptx / pdf / xlsx / frontend-design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35440" y="2944368"/>
            <a:ext cx="411480" cy="0"/>
          </a:xfrm>
          <a:prstGeom prst="line">
            <a:avLst/>
          </a:prstGeom>
          <a:ln w="3175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2011680"/>
            <a:ext cx="1828800" cy="1874519"/>
          </a:xfrm>
          <a:prstGeom prst="roundRect">
            <a:avLst/>
          </a:prstGeom>
          <a:solidFill>
            <a:srgbClr val="A0B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212848"/>
            <a:ext cx="1554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Microsoft YaHei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651760"/>
            <a:ext cx="1609344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Microsoft YaHei"/>
              </a:rPr>
              <a:t>OpenClaw / 自动化工作流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43400"/>
            <a:ext cx="99669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53F"/>
                </a:solidFill>
                <a:latin typeface="Microsoft YaHei"/>
              </a:rPr>
              <a:t>一句话总结：公司造模型，模型装进产品，Skill 让 AI 学会做具体文件任务，Agent 再把这些能力接进真实流程。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讲师提示：这里建议停顿一下，用例子解释：ChatGPT 是产品，GPT 是模型，pptx 是让 AI 处理演示文稿的专业技能。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新手最常见的 3 个 AI 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先从高频低门槛场景起步，比一开始追求全自动更容易建立信心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246120" cy="352044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828800"/>
            <a:ext cx="640080" cy="640080"/>
          </a:xfrm>
          <a:prstGeom prst="ellipse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65960"/>
            <a:ext cx="6400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90195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问答与学习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51760"/>
            <a:ext cx="2816352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解释概念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做入门计划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总结一段材料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00200"/>
            <a:ext cx="3246120" cy="352044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36592" y="1828800"/>
            <a:ext cx="640080" cy="640080"/>
          </a:xfrm>
          <a:prstGeom prst="ellipse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965960"/>
            <a:ext cx="6400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190195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内容与写作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651760"/>
            <a:ext cx="2816352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写邮件文案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改标题语气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生成大纲初稿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600200"/>
            <a:ext cx="3246120" cy="3520440"/>
          </a:xfrm>
          <a:prstGeom prst="roundRect">
            <a:avLst/>
          </a:prstGeom>
          <a:solidFill>
            <a:srgbClr val="F7F2EA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31352" y="1828800"/>
            <a:ext cx="640080" cy="640080"/>
          </a:xfrm>
          <a:prstGeom prst="ellipse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965960"/>
            <a:ext cx="6400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190195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办公与整理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651760"/>
            <a:ext cx="2816352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会议纪要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文档重点提炼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</a:rPr>
              <a:t>• 表格与汇报准备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5440680"/>
            <a:ext cx="4572000" cy="420624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5513832"/>
            <a:ext cx="4526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 3 类通常能覆盖大多数普通用户 80% 的首次需求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讲师提示：建议用真实例子带一下，比如写邮件、整理长文、做简报提纲，让听众立刻知道 AI 能替自己省哪类时间。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为什么要讲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Skill 可以理解成给 AI 的专业操作说明书，让结果更稳、更像成品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356616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66360" cy="73152"/>
          </a:xfrm>
          <a:prstGeom prst="rect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00784"/>
            <a:ext cx="4910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只有聊天窗口时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910328" cy="29992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提问后拿到一段答案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还要自己搬到 Word / Excel / PPT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格式容易散，重复步骤很多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一换任务就要重新摸索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66360" cy="356616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66360" cy="73152"/>
          </a:xfrm>
          <a:prstGeom prst="rect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700784"/>
            <a:ext cx="4910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接入 Skill 之后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029968"/>
            <a:ext cx="4910328" cy="29992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AI 知道该如何处理具体文件格式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可以直接创建、读取、编辑交付物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路径更清晰，复用更容易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从“给建议”更接近“帮你产出”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2080" y="3319272"/>
            <a:ext cx="932688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19472" y="2999232"/>
            <a:ext cx="15087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D4A574"/>
                </a:solidFill>
                <a:latin typeface="Microsoft YaHei"/>
              </a:rPr>
              <a:t>加入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讲师提示：这一页重点不是讲技术细节，而是让听众明白：Skill 的价值在于把零散回答变成更稳定的文件产出流程。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办公四件套为什么值得优先了解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如果你的工作经常写总结、做表格、整理资料、做汇报，这组通常是第一梯队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074920" cy="155448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856232"/>
            <a:ext cx="530352" cy="530352"/>
          </a:xfrm>
          <a:prstGeom prst="ellipse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874519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rial"/>
              </a:rPr>
              <a:t>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41448"/>
            <a:ext cx="4526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写报告、方案、通知、合同草稿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074920" cy="15544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1" y="1856232"/>
            <a:ext cx="530352" cy="530352"/>
          </a:xfrm>
          <a:prstGeom prst="ellipse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874519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rial"/>
              </a:rPr>
              <a:t>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441448"/>
            <a:ext cx="4526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做台账、整理数据、批量填充结构化表格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074920" cy="1554480"/>
          </a:xfrm>
          <a:prstGeom prst="roundRect">
            <a:avLst/>
          </a:prstGeom>
          <a:solidFill>
            <a:srgbClr val="F7F2EA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3822191"/>
            <a:ext cx="530352" cy="530352"/>
          </a:xfrm>
          <a:prstGeom prst="ellipse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840480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rial"/>
              </a:rPr>
              <a:t>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407408"/>
            <a:ext cx="4526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读资料、抽重点、提取文本和表格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074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28231" y="3822191"/>
            <a:ext cx="530352" cy="53035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840480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4407408"/>
            <a:ext cx="4526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做课件、汇报、提案和演示稿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讲师提示：不要把它们理解成“只是支持某个格式”，更准确地说，是让 AI 围绕这些文件类型工作得更稳定。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重点示例：`pptx` skill 如何帮你做教案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今天这份教案就属于典型的 `pptx` 使用场景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713232" cy="713232"/>
          </a:xfrm>
          <a:prstGeom prst="ellipse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71323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10972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4253F"/>
                </a:solidFill>
                <a:latin typeface="Microsoft YaHei"/>
              </a:rPr>
              <a:t>定目标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136392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Microsoft YaHei"/>
              </a:rPr>
              <a:t>先确定听众是谁、课时多久、目标是什么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55064" y="2276856"/>
            <a:ext cx="1243584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57600" y="1920240"/>
            <a:ext cx="713232" cy="713232"/>
          </a:xfrm>
          <a:prstGeom prst="ellipse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71323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10972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4253F"/>
                </a:solidFill>
                <a:latin typeface="Microsoft YaHei"/>
              </a:rPr>
              <a:t>排页纲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3136392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Microsoft YaHei"/>
              </a:rPr>
              <a:t>把每页的主题、要点、讲师提示先写清楚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43984" y="2276856"/>
            <a:ext cx="1243584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46520" y="1920240"/>
            <a:ext cx="713232" cy="713232"/>
          </a:xfrm>
          <a:prstGeom prst="ellipse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71323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10972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4253F"/>
                </a:solidFill>
                <a:latin typeface="Microsoft YaHei"/>
              </a:rPr>
              <a:t>出文件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3136392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Microsoft YaHei"/>
              </a:rPr>
              <a:t>生成可继续修改的 `.pptx` 成品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32904" y="2276856"/>
            <a:ext cx="1243584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235439" y="1920240"/>
            <a:ext cx="713232" cy="713232"/>
          </a:xfrm>
          <a:prstGeom prst="ellipse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2075688"/>
            <a:ext cx="71323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743200"/>
            <a:ext cx="10972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4253F"/>
                </a:solidFill>
                <a:latin typeface="Microsoft YaHei"/>
              </a:rPr>
              <a:t>复改稿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1" y="3136392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Microsoft YaHei"/>
              </a:rPr>
              <a:t>再根据课堂反馈增删页面和措辞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3703320"/>
            <a:ext cx="2880360" cy="15544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3703320"/>
            <a:ext cx="2880360" cy="7315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86216" y="3849624"/>
            <a:ext cx="262432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特别适合的任务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6" y="4178808"/>
            <a:ext cx="2624328" cy="9875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培训课件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项目汇报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销售提案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活动路演稿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讲师提示：这里可以顺手提醒：不是先做漂亮，而是先把页纲和每页目标讲清楚，PPT 的质量会稳定很多。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更值得优先了解的 6 类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不是要求一次装满，而是先找最贴近自己产出的那几类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50876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3383280" cy="73152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746504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Frontend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7568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先把页面或演示稿的审美方向想清楚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383280" cy="150876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00200"/>
            <a:ext cx="3383280" cy="73152"/>
          </a:xfrm>
          <a:prstGeom prst="rect">
            <a:avLst/>
          </a:prstGeom>
          <a:solidFill>
            <a:srgbClr val="E4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46504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办公四件套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7568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docx / xlsx / pdf / pptx，围绕文件稳定产出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383280" cy="1508760"/>
          </a:xfrm>
          <a:prstGeom prst="roundRect">
            <a:avLst/>
          </a:prstGeom>
          <a:solidFill>
            <a:srgbClr val="F7F2EA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3383280" cy="73152"/>
          </a:xfrm>
          <a:prstGeom prst="rect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46504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Web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07568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带着浏览器上下文去搜索、进入页面、执行操作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74720"/>
            <a:ext cx="3383280" cy="73152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621024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PUA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95020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AI 卡住或摆烂时，用来打断惯性思路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74720"/>
            <a:ext cx="3383280" cy="150876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474720"/>
            <a:ext cx="3383280" cy="73152"/>
          </a:xfrm>
          <a:prstGeom prst="rect">
            <a:avLst/>
          </a:prstGeom>
          <a:solidFill>
            <a:srgbClr val="34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3621024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Claude-mem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95020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给长期项目补上一层跨会话记忆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474720"/>
            <a:ext cx="3383280" cy="150876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474720"/>
            <a:ext cx="3383280" cy="7315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3621024"/>
            <a:ext cx="3127248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Microsoft YaHei"/>
              </a:rPr>
              <a:t>Skill-Creator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95020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</a:rPr>
              <a:t>把高频工作流沉淀成自己的 Skill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讲师提示：如果时间有限，就重点讲 Frontend Design、办公四件套和 Skill-Creator，这三类最容易和听众已有工作连接起来。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组合起来用，效果往往比单装一个更好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真正有价值的不是某一个 Skill，而是把几类能力串成一条工作流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691640"/>
            <a:ext cx="1051560" cy="34747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组合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673352"/>
            <a:ext cx="2377440" cy="512064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773936"/>
            <a:ext cx="2240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Microsoft YaHei"/>
              </a:rPr>
              <a:t>Frontend 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62272" y="1920240"/>
            <a:ext cx="1161288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15000" y="1673352"/>
            <a:ext cx="2651760" cy="512064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1773936"/>
            <a:ext cx="25146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Microsoft YaHei"/>
              </a:rPr>
              <a:t>pptx / Office 文档工具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700784"/>
            <a:ext cx="2560320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37381"/>
                </a:solidFill>
                <a:latin typeface="Microsoft YaHei"/>
              </a:rPr>
              <a:t>先定审美方向，再生成和细修演示稿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044952"/>
            <a:ext cx="1051560" cy="34747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63240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组合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026664"/>
            <a:ext cx="2377440" cy="512064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127248"/>
            <a:ext cx="2240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Microsoft YaHei"/>
              </a:rPr>
              <a:t>pdf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62272" y="3273552"/>
            <a:ext cx="1161288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15000" y="3026664"/>
            <a:ext cx="2651760" cy="512064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3127248"/>
            <a:ext cx="25146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Microsoft YaHei"/>
              </a:rPr>
              <a:t>docx / xlsx / 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054096"/>
            <a:ext cx="2560320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37381"/>
                </a:solidFill>
                <a:latin typeface="Microsoft YaHei"/>
              </a:rPr>
              <a:t>先读资料提炼重点，再转换成交付文件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398264"/>
            <a:ext cx="1051560" cy="34747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416552"/>
            <a:ext cx="1051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组合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379976"/>
            <a:ext cx="2377440" cy="512064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480560"/>
            <a:ext cx="2240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Microsoft YaHei"/>
              </a:rPr>
              <a:t>Web 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62272" y="4626864"/>
            <a:ext cx="1161288" cy="0"/>
          </a:xfrm>
          <a:prstGeom prst="line">
            <a:avLst/>
          </a:prstGeom>
          <a:ln w="3175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15000" y="4379976"/>
            <a:ext cx="2651760" cy="512064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4480560"/>
            <a:ext cx="25146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Microsoft YaHei"/>
              </a:rPr>
              <a:t>Claude-mem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407408"/>
            <a:ext cx="2560320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37381"/>
                </a:solidFill>
                <a:latin typeface="Microsoft YaHei"/>
              </a:rPr>
              <a:t>一个负责搜和操作，一个负责长期记忆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讲师提示：这一页适合帮大家建立“组合思维”：先研究、再生成、再沉淀，比把所有任务都扔给同一个窗口更稳。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一套最适合新手的 4 步提问法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很多人觉得 AI 不好用，不是模型不行，而是提问还停留在碰运气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331720" cy="1325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56231"/>
            <a:ext cx="1965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Microsoft YaHei"/>
              </a:rPr>
              <a:t>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Microsoft YaHei"/>
              </a:rPr>
              <a:t>你希望 AI 扮演谁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331720" cy="132588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856231"/>
            <a:ext cx="1965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Microsoft YaHei"/>
              </a:rP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2860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Microsoft YaHei"/>
              </a:rPr>
              <a:t>你要它完成什么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645920"/>
            <a:ext cx="2331720" cy="1325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1" y="1856231"/>
            <a:ext cx="1965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Microsoft YaHei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Microsoft YaHei"/>
              </a:rPr>
              <a:t>对象、场景、限制条件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1645920"/>
            <a:ext cx="2331720" cy="1325880"/>
          </a:xfrm>
          <a:prstGeom prst="roundRect">
            <a:avLst/>
          </a:prstGeom>
          <a:solidFill>
            <a:srgbClr val="E7EDF7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1856231"/>
            <a:ext cx="1965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Microsoft YaHei"/>
              </a:rPr>
              <a:t>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2860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Microsoft YaHei"/>
              </a:rPr>
              <a:t>你要什么格式和风格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383280"/>
            <a:ext cx="10515600" cy="1965960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10058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D4A574"/>
                </a:solidFill>
                <a:latin typeface="Microsoft YaHei"/>
              </a:rPr>
              <a:t>示例提示词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977639"/>
            <a:ext cx="996696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你现在是一名资深培训讲师。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请帮我做一份 AI 入门课 PPT，听众是零基础职场人，时长 30 分钟。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请按“每页标题 + 3 个要点 + 讲师提示”的格式输出，并补一页 Skills 介绍。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讲师提示：这页适合现场直接演示：把模糊提问和结构化提问对比一下，听众会立刻感受到差别。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这份教案可以怎么讲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如果你拿去做一次 30 分钟分享，可以按下面节奏展开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81328"/>
            <a:ext cx="914400" cy="43891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914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481328"/>
            <a:ext cx="2560320" cy="43891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572768"/>
            <a:ext cx="25603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讲什么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481328"/>
            <a:ext cx="3063240" cy="43891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讲师动作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81328"/>
            <a:ext cx="3154680" cy="438912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572768"/>
            <a:ext cx="31546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听众收获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057400"/>
            <a:ext cx="91440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" y="2167128"/>
            <a:ext cx="80467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5 分钟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2057400"/>
            <a:ext cx="256032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9384" y="2167128"/>
            <a:ext cx="2450591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先讲 AI 名字怎么区分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057400"/>
            <a:ext cx="306324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2167128"/>
            <a:ext cx="29535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用“公司-模型-产品-Skill-Agent”框架举例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057400"/>
            <a:ext cx="315468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167128"/>
            <a:ext cx="304495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概念不再混乱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971800"/>
            <a:ext cx="91440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" y="3081528"/>
            <a:ext cx="80467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8 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2971800"/>
            <a:ext cx="256032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9384" y="3081528"/>
            <a:ext cx="2450591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讲 3 个高频使用场景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2971800"/>
            <a:ext cx="306324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3081528"/>
            <a:ext cx="29535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展示写邮件、总结文档、做提纲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971800"/>
            <a:ext cx="315468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7304" y="3081528"/>
            <a:ext cx="304495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知道 AI 先帮自己省哪种时间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886200"/>
            <a:ext cx="91440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" y="3995928"/>
            <a:ext cx="80467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10 分钟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3886200"/>
            <a:ext cx="256032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9384" y="3995928"/>
            <a:ext cx="2450591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讲 Skills 与办公四件套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3886200"/>
            <a:ext cx="306324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3995928"/>
            <a:ext cx="29535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重点放在 pptx、pdf、docx、xlsx 的价值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886200"/>
            <a:ext cx="3154680" cy="731520"/>
          </a:xfrm>
          <a:prstGeom prst="roundRect">
            <a:avLst/>
          </a:prstGeom>
          <a:solidFill>
            <a:srgbClr val="FFFBF5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47304" y="3995928"/>
            <a:ext cx="304495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知道 Skill 为什么能提高稳定性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800600"/>
            <a:ext cx="91440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3" y="4910328"/>
            <a:ext cx="80467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</a:rPr>
              <a:t>7 分钟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74519" y="4800600"/>
            <a:ext cx="256032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4910328"/>
            <a:ext cx="2450591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做一次结构化提问演示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60" y="4800600"/>
            <a:ext cx="306324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4024" y="4910328"/>
            <a:ext cx="29535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现场用 4 步提问法生成一个小任务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4800600"/>
            <a:ext cx="3154680" cy="731520"/>
          </a:xfrm>
          <a:prstGeom prst="roundRect">
            <a:avLst/>
          </a:prstGeom>
          <a:solidFill>
            <a:srgbClr val="E7EDF7"/>
          </a:solidFill>
          <a:ln w="1016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7304" y="4910328"/>
            <a:ext cx="304495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</a:rPr>
              <a:t>带走能马上复用的模板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讲师提示：如果时间不够，就把技能介绍压缩成办公四件套 + 一个组合案例，最后把提问模板完整讲透。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869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53F"/>
                </a:solidFill>
                <a:latin typeface="Microsoft YaHei"/>
              </a:rPr>
              <a:t>结尾页：让听众带走什么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9601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Microsoft YaHei"/>
              </a:rPr>
              <a:t>一节入门课最重要的不是信息量，而是让大家敢回去自己试一次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40080" cy="384048"/>
          </a:xfrm>
          <a:prstGeom prst="round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402336"/>
            <a:ext cx="6400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154680" cy="237744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121408"/>
            <a:ext cx="27889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4253F"/>
                </a:solidFill>
                <a:latin typeface="Microsoft YaHei"/>
              </a:rPr>
              <a:t>先选 1 个主力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761488"/>
            <a:ext cx="278892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14253F"/>
                </a:solidFill>
                <a:latin typeface="Microsoft YaHei"/>
              </a:rPr>
              <a:t>别一开始同时学 5 个工具，先有主力，再补备选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154680" cy="2377440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121408"/>
            <a:ext cx="27889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再补 1 个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761488"/>
            <a:ext cx="278892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如果经常做文档和汇报，优先从办公四件套开始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828800"/>
            <a:ext cx="3154680" cy="237744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C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2121408"/>
            <a:ext cx="27889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4253F"/>
                </a:solidFill>
                <a:latin typeface="Microsoft YaHei"/>
              </a:rPr>
              <a:t>拿 1 个真实任务练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1" y="2761488"/>
            <a:ext cx="278892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14253F"/>
                </a:solidFill>
                <a:latin typeface="Microsoft YaHei"/>
              </a:rPr>
              <a:t>用写邮件、做提纲、整理资料这种手头任务试一次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800600"/>
            <a:ext cx="5623560" cy="5669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965192"/>
            <a:ext cx="54864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4253F"/>
                </a:solidFill>
                <a:latin typeface="Microsoft YaHei"/>
              </a:rPr>
              <a:t>建议行动：今晚就用一个真实工作任务，试一次“AI + Skill”的组合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053328"/>
            <a:ext cx="10972800" cy="438912"/>
          </a:xfrm>
          <a:prstGeom prst="roundRect">
            <a:avLst/>
          </a:prstGeom>
          <a:solidFill>
            <a:srgbClr val="E7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108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Microsoft YaHei"/>
              </a:rPr>
              <a:t>讲师提示：结尾不要再堆概念，用一句明确行动建议收束，让大家课后立刻去试。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